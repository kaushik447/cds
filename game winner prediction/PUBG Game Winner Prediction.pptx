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90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60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17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638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220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270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29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36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692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053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092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578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230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318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405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896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59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9C7B4D6-A1B6-43C0-9F08-94379AE0BA21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0CF0FFF-64AC-4F5D-9867-1FD8EC12AE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07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348FF-35B4-3087-86B8-D94DDAF29F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u="sng" dirty="0"/>
              <a:t>PUBG Game Winner Prediction</a:t>
            </a:r>
            <a:endParaRPr lang="en-IN" sz="44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933C1-BC3D-B029-4E62-907BC09A51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Name :- Vala Kaushik</a:t>
            </a:r>
          </a:p>
          <a:p>
            <a:pPr algn="l"/>
            <a:r>
              <a:rPr lang="en-US" dirty="0"/>
              <a:t>Course :- Data Science Project</a:t>
            </a:r>
          </a:p>
          <a:p>
            <a:pPr algn="l"/>
            <a:r>
              <a:rPr lang="en-IN" dirty="0"/>
              <a:t>Date :- 9/12/20025</a:t>
            </a:r>
          </a:p>
        </p:txBody>
      </p:sp>
    </p:spTree>
    <p:extLst>
      <p:ext uri="{BB962C8B-B14F-4D97-AF65-F5344CB8AC3E}">
        <p14:creationId xmlns:p14="http://schemas.microsoft.com/office/powerpoint/2010/main" val="262919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71CC-0282-CB4E-C43A-D95E6693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8E695-E482-290A-229A-B0C7F4A71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Predict the win probability of a PUBG player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Identify the key factors that affect winning </a:t>
            </a:r>
            <a:br>
              <a:rPr lang="en-US" dirty="0"/>
            </a:br>
            <a:r>
              <a:rPr lang="en-US" dirty="0"/>
              <a:t>chance</a:t>
            </a:r>
            <a:r>
              <a:rPr lang="en-IN" dirty="0"/>
              <a:t>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Build a predictive model based on player stats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33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3D67-9C1E-4AA0-C6B2-72B633F6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F447C-77ED-F761-4286-12B2DFD9A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Total Rows :- 1048576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Columns :- 20 features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Target variable:- </a:t>
            </a:r>
            <a:r>
              <a:rPr lang="en-US" dirty="0" err="1"/>
              <a:t>WinPlaceperc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Data source :- PUBG match statistics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Features include :-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dirty="0"/>
              <a:t>Kills , </a:t>
            </a:r>
            <a:r>
              <a:rPr lang="en-IN" dirty="0" err="1"/>
              <a:t>damagedealt</a:t>
            </a:r>
            <a:r>
              <a:rPr lang="en-IN" dirty="0"/>
              <a:t>, boost, heals, </a:t>
            </a:r>
            <a:br>
              <a:rPr lang="en-IN" dirty="0"/>
            </a:br>
            <a:r>
              <a:rPr lang="en-IN" dirty="0" err="1"/>
              <a:t>matchduration</a:t>
            </a:r>
            <a:r>
              <a:rPr lang="en-IN" dirty="0"/>
              <a:t>, </a:t>
            </a:r>
            <a:r>
              <a:rPr lang="en-IN" dirty="0" err="1"/>
              <a:t>matchType</a:t>
            </a:r>
            <a:r>
              <a:rPr lang="en-IN" dirty="0"/>
              <a:t>, </a:t>
            </a:r>
            <a:r>
              <a:rPr lang="en-IN" dirty="0" err="1"/>
              <a:t>ect</a:t>
            </a:r>
            <a:r>
              <a:rPr lang="en-IN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07316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FB20-6C61-A489-9D51-F631DF55C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EDA Highlights (1)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4F161-6A43-03AB-3881-EA65B99F4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List key insights: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Players with more </a:t>
            </a:r>
            <a:r>
              <a:rPr lang="en-US" dirty="0" err="1"/>
              <a:t>damageDealt</a:t>
            </a:r>
            <a:r>
              <a:rPr lang="en-US" dirty="0"/>
              <a:t> and kills have higher win probability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Boosts and heals strongly correlate with survival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Match duration impacts winning chances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Some match types show higher average win rates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8970-E4DA-F6DD-D65C-9B3D6D90A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EDA Highlights (2)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06338-2205-636E-DF16-3C2CFFA40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Add additional findings: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Strong correlation between </a:t>
            </a:r>
            <a:r>
              <a:rPr lang="en-US" dirty="0" err="1"/>
              <a:t>longestKill</a:t>
            </a:r>
            <a:r>
              <a:rPr lang="en-US" dirty="0"/>
              <a:t> and </a:t>
            </a:r>
            <a:r>
              <a:rPr lang="en-US" dirty="0" err="1"/>
              <a:t>winPlacePerc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Negative correlation between </a:t>
            </a:r>
            <a:r>
              <a:rPr lang="en-US" dirty="0" err="1"/>
              <a:t>killPlace</a:t>
            </a:r>
            <a:r>
              <a:rPr lang="en-US" dirty="0"/>
              <a:t> and win chance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Most players have low kills </a:t>
            </a:r>
          </a:p>
        </p:txBody>
      </p:sp>
    </p:spTree>
    <p:extLst>
      <p:ext uri="{BB962C8B-B14F-4D97-AF65-F5344CB8AC3E}">
        <p14:creationId xmlns:p14="http://schemas.microsoft.com/office/powerpoint/2010/main" val="123910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0DFB-3390-B99D-2F7E-B50224DBA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Machine Learning Models Used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CB94E-2D61-CE0B-5391-93914F847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 built 3 models: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1. Linear Regression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2. Random Forest Regressor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3. </a:t>
            </a:r>
            <a:r>
              <a:rPr lang="en-IN" dirty="0"/>
              <a:t>gradient boosting regressor model</a:t>
            </a:r>
          </a:p>
        </p:txBody>
      </p:sp>
    </p:spTree>
    <p:extLst>
      <p:ext uri="{BB962C8B-B14F-4D97-AF65-F5344CB8AC3E}">
        <p14:creationId xmlns:p14="http://schemas.microsoft.com/office/powerpoint/2010/main" val="182132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BE719-E22B-ECF1-14FD-EBCAE786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Performance Comparison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422C9E-A964-CCD4-F5EF-48E79696BB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331362"/>
              </p:ext>
            </p:extLst>
          </p:nvPr>
        </p:nvGraphicFramePr>
        <p:xfrm>
          <a:off x="1187246" y="2940919"/>
          <a:ext cx="9601197" cy="2289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1700484348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3186288456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3874467371"/>
                    </a:ext>
                  </a:extLst>
                </a:gridCol>
              </a:tblGrid>
              <a:tr h="572461">
                <a:tc>
                  <a:txBody>
                    <a:bodyPr/>
                    <a:lstStyle/>
                    <a:p>
                      <a:r>
                        <a:rPr lang="en-US" sz="2000" dirty="0"/>
                        <a:t>Model name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R2 score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MSE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524456"/>
                  </a:ext>
                </a:extLst>
              </a:tr>
              <a:tr h="572461">
                <a:tc>
                  <a:txBody>
                    <a:bodyPr/>
                    <a:lstStyle/>
                    <a:p>
                      <a:r>
                        <a:rPr lang="en-US" dirty="0"/>
                        <a:t>Linear </a:t>
                      </a:r>
                      <a:r>
                        <a:rPr lang="en-US" dirty="0" err="1"/>
                        <a:t>Regrassion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602962"/>
                  </a:ext>
                </a:extLst>
              </a:tr>
              <a:tr h="572461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888345"/>
                  </a:ext>
                </a:extLst>
              </a:tr>
              <a:tr h="572461">
                <a:tc>
                  <a:txBody>
                    <a:bodyPr/>
                    <a:lstStyle/>
                    <a:p>
                      <a:r>
                        <a:rPr lang="en-IN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89.9%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362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63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9EDF-5FDA-DE25-34AF-7B0F2349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Model Selection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3BB19-8B78-3B68-83B4-8B4F51F7A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980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Random Forest selected because: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Highest R² score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Handles non-linear relationships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More stable performance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Best generalization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“Random Forest gives the best prediction for </a:t>
            </a:r>
            <a:r>
              <a:rPr lang="en-US" b="1" dirty="0" err="1"/>
              <a:t>winPlacePerc</a:t>
            </a:r>
            <a:r>
              <a:rPr lang="en-US" b="1" dirty="0"/>
              <a:t>.”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95371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507C-1B4C-2DB2-2512-4C75699E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173BB-2B01-0D21-5A59-C6F3C3B76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Built a predictive model with 90% accuracy (R2)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Identified important gameplay factors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Created a complete end-to-end data science pipeline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Can be extended to real-time player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316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D88AA1-7D88-6510-F37D-35139DA381B6}"/>
              </a:ext>
            </a:extLst>
          </p:cNvPr>
          <p:cNvSpPr txBox="1"/>
          <p:nvPr/>
        </p:nvSpPr>
        <p:spPr>
          <a:xfrm>
            <a:off x="1479755" y="2485810"/>
            <a:ext cx="92324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u="sng" dirty="0"/>
              <a:t>Thank You</a:t>
            </a:r>
            <a:endParaRPr lang="en-IN" sz="9600" b="1" u="sng" dirty="0"/>
          </a:p>
        </p:txBody>
      </p:sp>
    </p:spTree>
    <p:extLst>
      <p:ext uri="{BB962C8B-B14F-4D97-AF65-F5344CB8AC3E}">
        <p14:creationId xmlns:p14="http://schemas.microsoft.com/office/powerpoint/2010/main" val="3901177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46</TotalTime>
  <Words>259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Wingdings</vt:lpstr>
      <vt:lpstr>Organic</vt:lpstr>
      <vt:lpstr>PUBG Game Winner Prediction</vt:lpstr>
      <vt:lpstr>Problem Statement</vt:lpstr>
      <vt:lpstr>Dataset overview</vt:lpstr>
      <vt:lpstr>EDA Highlights (1)</vt:lpstr>
      <vt:lpstr>EDA Highlights (2)</vt:lpstr>
      <vt:lpstr>Machine Learning Models Used</vt:lpstr>
      <vt:lpstr>Model Performance Comparison</vt:lpstr>
      <vt:lpstr>Best Model Selection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kaushik vala</dc:creator>
  <cp:lastModifiedBy>kaushik vala</cp:lastModifiedBy>
  <cp:revision>1</cp:revision>
  <dcterms:created xsi:type="dcterms:W3CDTF">2025-12-08T19:01:13Z</dcterms:created>
  <dcterms:modified xsi:type="dcterms:W3CDTF">2025-12-08T19:48:09Z</dcterms:modified>
</cp:coreProperties>
</file>